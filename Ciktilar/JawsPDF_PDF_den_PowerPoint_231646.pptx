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331708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331708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331708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331708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331708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331708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331708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331708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331708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331708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331708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4331708" cy="6126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