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JawsPDF Kurumsal Sunum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PowerPoint (.pptx) -&gt; PDF Tam Otomatik Donusum Motoru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